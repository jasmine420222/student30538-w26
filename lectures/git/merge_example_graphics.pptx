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C2C7"/>
    <a:srgbClr val="6CA6AA"/>
    <a:srgbClr val="79B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52" d="100"/>
          <a:sy n="15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89B-69EC-E563-2DB9-A2F521778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7AF6A-AEEC-C956-5F8A-B80F7A36C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F929C-9626-D57D-67CC-C6F2DCB5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56F6-A8F1-26AC-3F9C-4888ACE7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71B9F-D633-DE2B-96A4-A5041CF9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7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AA81-AEB1-246E-3F03-311EB246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96BD-53BC-3F20-6168-97018EA6A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A52A7-ADEC-8DD8-FB6C-A25EC32B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4CE6D-62F1-1B2C-2C39-1EB47BF8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61D11-55C1-3099-B532-9CA7108A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C142-F809-635B-B36E-DFBC3056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2C26-A983-EF94-197E-6BF8D8EFF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B507-DAAE-3163-54B7-83284181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1055C-C687-36B8-09BD-D415B78C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39C67-1DBC-E333-5FD2-88318DA7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6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9D9E-479F-4600-6B60-B1BB02F5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CFB31-1042-E265-53D3-64F6EF38A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99E9A-CCD6-665E-BCA6-4CCFDCB01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CC6F6-78EF-0333-7B52-532BF1B7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8F0D-3F16-D29C-40F0-CEFA21C4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1C993-8EDC-54D7-14EE-786A8487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1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143A-B477-28BD-CE9B-8D83B49C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B3EB6-3655-D0F7-1DCB-3B2C8B52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D84D3-707F-F490-0415-5CE5BA07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6BE40-57C7-D3A8-4089-012B568FC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B5F7D-E299-A3AA-3A74-558A5DE2E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21F95-4B35-B20E-2F83-E122978A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FF159-520E-D5DD-6A1D-54174ECF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5BC84-C650-3C56-CCCF-7E171E2C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CF6E-6A9D-5D36-5BD4-39E83E9F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14B53-3215-7861-DBB0-C2F39E15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759BA-7337-5BDE-0855-23E42633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BA56C-0160-ABD9-B124-E6286BFD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1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8B9BD-F952-5723-52CB-7F2C815E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43F0D-F2F5-0D11-5423-25C84C75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71553-74CF-813B-F57F-361B942C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7CA0-15DF-DE26-36C5-626E2013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280F3-B183-CC41-144C-CD2947CF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89FAD-F3E7-519C-9BD7-E48C6B4B4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C5F5E-E70C-4F39-EC4C-D24BB97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1B324-BBA6-AB31-2E87-C9D2F9C7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F6EB2-8A4E-51FF-E1EB-742C4075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4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304C-8DA6-0BC9-E788-58CEEE2B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5042C-B50E-BA7B-FC00-95DB30A18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09A32-50D9-25F7-CB4B-71A7D56D3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CD621-D159-7167-7F72-7B5A545E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E9A8B-62D7-068F-1AA6-1AC9B59B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5493D-B008-B82A-4FFE-E22EA541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7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BD66-DE3E-22E6-4DE1-258CE5FA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237AC-EF51-18DD-2825-8F0CA8F90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A2DB-C84B-3035-C3C8-448018B1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4EC65-399F-D4DF-CE05-30387FEB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9C938-C720-4931-D306-1396C6BB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9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9B2B4-79A8-6576-A5AE-DCE24C177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4E128-ADF0-28B5-4B23-9049C6DD1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092B1-10AE-AFF7-498B-EC7650B7F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E9340-9E7B-FCFA-4933-F4D0F6CE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C780-EA65-8090-3C6A-56D73C7D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0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D877A-DA1A-9B51-A075-6C1A19E7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44AD9-26EC-9F9A-3E43-528562B79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058A0-1D96-4AE1-FA07-C1C66B109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F8AFD-A0DD-7444-BAE0-D86145A68C25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27F8-CA0E-E713-445C-42EE02FA1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A6243-D033-B44B-F631-3155FDB02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4BD49-6EA1-8743-9DAD-A65A5886E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5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3E6C-5E58-5133-9DB0-D3F9B6C2CA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4D635-DB51-6BD3-4BE6-F92985A38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rminator 3">
            <a:extLst>
              <a:ext uri="{FF2B5EF4-FFF2-40B4-BE49-F238E27FC236}">
                <a16:creationId xmlns:a16="http://schemas.microsoft.com/office/drawing/2014/main" id="{948370DB-59EB-A774-E1FF-F13E7900C1C4}"/>
              </a:ext>
            </a:extLst>
          </p:cNvPr>
          <p:cNvSpPr/>
          <p:nvPr/>
        </p:nvSpPr>
        <p:spPr>
          <a:xfrm>
            <a:off x="3096596" y="194929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C0</a:t>
            </a:r>
          </a:p>
        </p:txBody>
      </p:sp>
      <p:sp>
        <p:nvSpPr>
          <p:cNvPr id="5" name="Terminator 4">
            <a:extLst>
              <a:ext uri="{FF2B5EF4-FFF2-40B4-BE49-F238E27FC236}">
                <a16:creationId xmlns:a16="http://schemas.microsoft.com/office/drawing/2014/main" id="{5687E023-7144-6E96-3C66-78CB632F0311}"/>
              </a:ext>
            </a:extLst>
          </p:cNvPr>
          <p:cNvSpPr/>
          <p:nvPr/>
        </p:nvSpPr>
        <p:spPr>
          <a:xfrm>
            <a:off x="5235789" y="2854990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C1</a:t>
            </a:r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Apple Braille" pitchFamily="2" charset="0"/>
            </a:endParaRP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18D4D6B-16C0-39E1-CEB0-2399845AFF82}"/>
              </a:ext>
            </a:extLst>
          </p:cNvPr>
          <p:cNvSpPr/>
          <p:nvPr/>
        </p:nvSpPr>
        <p:spPr>
          <a:xfrm>
            <a:off x="5188738" y="4454420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C2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4BE5A217-E81D-1417-4EA6-FAEA388A63A9}"/>
              </a:ext>
            </a:extLst>
          </p:cNvPr>
          <p:cNvSpPr/>
          <p:nvPr/>
        </p:nvSpPr>
        <p:spPr>
          <a:xfrm>
            <a:off x="5235789" y="194929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14FC3-648D-4B72-3D9D-D87663E31492}"/>
              </a:ext>
            </a:extLst>
          </p:cNvPr>
          <p:cNvCxnSpPr>
            <a:stCxn id="7" idx="1"/>
            <a:endCxn id="4" idx="3"/>
          </p:cNvCxnSpPr>
          <p:nvPr/>
        </p:nvCxnSpPr>
        <p:spPr>
          <a:xfrm flipH="1">
            <a:off x="4528233" y="2170970"/>
            <a:ext cx="70755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B254E7-6B6E-43F1-C4E1-73B6D7EF90B3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498827" y="2269145"/>
            <a:ext cx="736962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DF1D57-7765-2D3B-9249-1B83F49BF98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404220" y="2380949"/>
            <a:ext cx="784518" cy="22951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54C2B21-7CAA-8B8A-74FC-513A4D957DC8}"/>
              </a:ext>
            </a:extLst>
          </p:cNvPr>
          <p:cNvSpPr/>
          <p:nvPr/>
        </p:nvSpPr>
        <p:spPr>
          <a:xfrm>
            <a:off x="5188738" y="1245169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main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4675F1-D402-2B6B-F6DF-6FF37AAA28F7}"/>
              </a:ext>
            </a:extLst>
          </p:cNvPr>
          <p:cNvCxnSpPr>
            <a:cxnSpLocks/>
            <a:stCxn id="24" idx="2"/>
            <a:endCxn id="7" idx="0"/>
          </p:cNvCxnSpPr>
          <p:nvPr/>
        </p:nvCxnSpPr>
        <p:spPr>
          <a:xfrm>
            <a:off x="5951607" y="1679038"/>
            <a:ext cx="1" cy="27025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8EEA561-B7D2-BDF9-04E2-7C723FF0C2F1}"/>
              </a:ext>
            </a:extLst>
          </p:cNvPr>
          <p:cNvSpPr/>
          <p:nvPr/>
        </p:nvSpPr>
        <p:spPr>
          <a:xfrm>
            <a:off x="5188738" y="3565833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hotfix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3041A5-4BD8-CBEB-8153-995B19759145}"/>
              </a:ext>
            </a:extLst>
          </p:cNvPr>
          <p:cNvCxnSpPr>
            <a:cxnSpLocks/>
            <a:stCxn id="29" idx="0"/>
            <a:endCxn id="5" idx="2"/>
          </p:cNvCxnSpPr>
          <p:nvPr/>
        </p:nvCxnSpPr>
        <p:spPr>
          <a:xfrm flipV="1">
            <a:off x="5951607" y="3298336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F8A7D89-BE9A-8F52-9E4A-862060892421}"/>
              </a:ext>
            </a:extLst>
          </p:cNvPr>
          <p:cNvSpPr/>
          <p:nvPr/>
        </p:nvSpPr>
        <p:spPr>
          <a:xfrm>
            <a:off x="5188738" y="5165263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iss53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1FDFDD-FC0D-4223-EA77-EE83E5AFB3C8}"/>
              </a:ext>
            </a:extLst>
          </p:cNvPr>
          <p:cNvCxnSpPr>
            <a:cxnSpLocks/>
          </p:cNvCxnSpPr>
          <p:nvPr/>
        </p:nvCxnSpPr>
        <p:spPr>
          <a:xfrm flipV="1">
            <a:off x="5904555" y="4897766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56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549085A6-17B9-5266-F699-42F2B59A7AE4}"/>
              </a:ext>
            </a:extLst>
          </p:cNvPr>
          <p:cNvSpPr/>
          <p:nvPr/>
        </p:nvSpPr>
        <p:spPr>
          <a:xfrm>
            <a:off x="2819759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C0</a:t>
            </a:r>
          </a:p>
        </p:txBody>
      </p:sp>
      <p:sp>
        <p:nvSpPr>
          <p:cNvPr id="3" name="Terminator 2">
            <a:extLst>
              <a:ext uri="{FF2B5EF4-FFF2-40B4-BE49-F238E27FC236}">
                <a16:creationId xmlns:a16="http://schemas.microsoft.com/office/drawing/2014/main" id="{242D4FDB-15D6-C443-FC4E-396369C8EA5E}"/>
              </a:ext>
            </a:extLst>
          </p:cNvPr>
          <p:cNvSpPr/>
          <p:nvPr/>
        </p:nvSpPr>
        <p:spPr>
          <a:xfrm>
            <a:off x="4958952" y="296404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C1</a:t>
            </a:r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Apple Braille" pitchFamily="2" charset="0"/>
            </a:endParaRPr>
          </a:p>
        </p:txBody>
      </p:sp>
      <p:sp>
        <p:nvSpPr>
          <p:cNvPr id="4" name="Terminator 3">
            <a:extLst>
              <a:ext uri="{FF2B5EF4-FFF2-40B4-BE49-F238E27FC236}">
                <a16:creationId xmlns:a16="http://schemas.microsoft.com/office/drawing/2014/main" id="{7D819511-C79F-8C80-E798-6FB3B17BCE36}"/>
              </a:ext>
            </a:extLst>
          </p:cNvPr>
          <p:cNvSpPr/>
          <p:nvPr/>
        </p:nvSpPr>
        <p:spPr>
          <a:xfrm>
            <a:off x="4911901" y="456347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C2</a:t>
            </a:r>
          </a:p>
        </p:txBody>
      </p:sp>
      <p:sp>
        <p:nvSpPr>
          <p:cNvPr id="5" name="Terminator 4">
            <a:extLst>
              <a:ext uri="{FF2B5EF4-FFF2-40B4-BE49-F238E27FC236}">
                <a16:creationId xmlns:a16="http://schemas.microsoft.com/office/drawing/2014/main" id="{9945E8A8-8041-F493-0D36-CEE38F30043C}"/>
              </a:ext>
            </a:extLst>
          </p:cNvPr>
          <p:cNvSpPr/>
          <p:nvPr/>
        </p:nvSpPr>
        <p:spPr>
          <a:xfrm>
            <a:off x="4958952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5D5C70-081A-D77C-7BC1-428A5911FFF4}"/>
              </a:ext>
            </a:extLst>
          </p:cNvPr>
          <p:cNvCxnSpPr>
            <a:stCxn id="5" idx="1"/>
            <a:endCxn id="2" idx="3"/>
          </p:cNvCxnSpPr>
          <p:nvPr/>
        </p:nvCxnSpPr>
        <p:spPr>
          <a:xfrm flipH="1">
            <a:off x="4251396" y="2280027"/>
            <a:ext cx="70755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37B86-4233-311D-104D-6C8AEE58B7E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4221990" y="2378202"/>
            <a:ext cx="736962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6FFF8A-98E9-D93B-C082-387BF48B25FB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127383" y="2490006"/>
            <a:ext cx="784518" cy="22951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513A9D0-8B58-1698-4C25-E883770CEF03}"/>
              </a:ext>
            </a:extLst>
          </p:cNvPr>
          <p:cNvSpPr/>
          <p:nvPr/>
        </p:nvSpPr>
        <p:spPr>
          <a:xfrm>
            <a:off x="4911901" y="1354226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main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E79A84-7AED-3438-98D0-C268F6870B29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674770" y="1788095"/>
            <a:ext cx="1" cy="27025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7A417-B415-42AE-807E-DA754FC604D5}"/>
              </a:ext>
            </a:extLst>
          </p:cNvPr>
          <p:cNvSpPr/>
          <p:nvPr/>
        </p:nvSpPr>
        <p:spPr>
          <a:xfrm>
            <a:off x="4911901" y="367489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hotfix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BEE49F-A678-B041-A3A8-83A49C68F1C6}"/>
              </a:ext>
            </a:extLst>
          </p:cNvPr>
          <p:cNvCxnSpPr>
            <a:cxnSpLocks/>
            <a:stCxn id="12" idx="0"/>
            <a:endCxn id="3" idx="2"/>
          </p:cNvCxnSpPr>
          <p:nvPr/>
        </p:nvCxnSpPr>
        <p:spPr>
          <a:xfrm flipV="1">
            <a:off x="5674770" y="340739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4E5A4-C1B9-7006-3E0E-BEC65EB5FC8C}"/>
              </a:ext>
            </a:extLst>
          </p:cNvPr>
          <p:cNvSpPr/>
          <p:nvPr/>
        </p:nvSpPr>
        <p:spPr>
          <a:xfrm>
            <a:off x="4911901" y="527432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iss53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DD21E0-9B8C-B6D0-A34B-880FF58A0137}"/>
              </a:ext>
            </a:extLst>
          </p:cNvPr>
          <p:cNvCxnSpPr>
            <a:cxnSpLocks/>
          </p:cNvCxnSpPr>
          <p:nvPr/>
        </p:nvCxnSpPr>
        <p:spPr>
          <a:xfrm flipV="1">
            <a:off x="5627718" y="500682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05C7F2-D327-8031-0C60-2DC200AF5D3D}"/>
              </a:ext>
            </a:extLst>
          </p:cNvPr>
          <p:cNvSpPr txBox="1"/>
          <p:nvPr/>
        </p:nvSpPr>
        <p:spPr>
          <a:xfrm>
            <a:off x="3004572" y="1451953"/>
            <a:ext cx="124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common ancestor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0AA31-35EC-DB9F-694F-15DDA6AE4954}"/>
              </a:ext>
            </a:extLst>
          </p:cNvPr>
          <p:cNvSpPr txBox="1"/>
          <p:nvPr/>
        </p:nvSpPr>
        <p:spPr>
          <a:xfrm>
            <a:off x="6517230" y="1987639"/>
            <a:ext cx="162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snapshot to merge into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C4AA9-8496-721A-8CD1-20E04D99C820}"/>
              </a:ext>
            </a:extLst>
          </p:cNvPr>
          <p:cNvSpPr txBox="1"/>
          <p:nvPr/>
        </p:nvSpPr>
        <p:spPr>
          <a:xfrm>
            <a:off x="6517229" y="2893332"/>
            <a:ext cx="162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snapshot to merge in</a:t>
            </a:r>
          </a:p>
        </p:txBody>
      </p:sp>
    </p:spTree>
    <p:extLst>
      <p:ext uri="{BB962C8B-B14F-4D97-AF65-F5344CB8AC3E}">
        <p14:creationId xmlns:p14="http://schemas.microsoft.com/office/powerpoint/2010/main" val="399504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1153-96E2-E645-4E38-1AD2047C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38CBD547-8744-6CA3-6489-71B70155DC14}"/>
              </a:ext>
            </a:extLst>
          </p:cNvPr>
          <p:cNvSpPr/>
          <p:nvPr/>
        </p:nvSpPr>
        <p:spPr>
          <a:xfrm>
            <a:off x="2819759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C0</a:t>
            </a:r>
          </a:p>
        </p:txBody>
      </p:sp>
      <p:sp>
        <p:nvSpPr>
          <p:cNvPr id="3" name="Terminator 2">
            <a:extLst>
              <a:ext uri="{FF2B5EF4-FFF2-40B4-BE49-F238E27FC236}">
                <a16:creationId xmlns:a16="http://schemas.microsoft.com/office/drawing/2014/main" id="{79FD5739-C379-A437-3038-D1B2C6C86259}"/>
              </a:ext>
            </a:extLst>
          </p:cNvPr>
          <p:cNvSpPr/>
          <p:nvPr/>
        </p:nvSpPr>
        <p:spPr>
          <a:xfrm>
            <a:off x="4958952" y="296404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C1</a:t>
            </a:r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Apple Braille" pitchFamily="2" charset="0"/>
            </a:endParaRPr>
          </a:p>
        </p:txBody>
      </p:sp>
      <p:sp>
        <p:nvSpPr>
          <p:cNvPr id="4" name="Terminator 3">
            <a:extLst>
              <a:ext uri="{FF2B5EF4-FFF2-40B4-BE49-F238E27FC236}">
                <a16:creationId xmlns:a16="http://schemas.microsoft.com/office/drawing/2014/main" id="{97678A99-0954-C011-0841-2DB26F2C35B4}"/>
              </a:ext>
            </a:extLst>
          </p:cNvPr>
          <p:cNvSpPr/>
          <p:nvPr/>
        </p:nvSpPr>
        <p:spPr>
          <a:xfrm>
            <a:off x="4911901" y="456347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C2</a:t>
            </a:r>
          </a:p>
        </p:txBody>
      </p:sp>
      <p:sp>
        <p:nvSpPr>
          <p:cNvPr id="5" name="Terminator 4">
            <a:extLst>
              <a:ext uri="{FF2B5EF4-FFF2-40B4-BE49-F238E27FC236}">
                <a16:creationId xmlns:a16="http://schemas.microsoft.com/office/drawing/2014/main" id="{06C3D7BD-8DFB-B198-B82B-8B1C54209A52}"/>
              </a:ext>
            </a:extLst>
          </p:cNvPr>
          <p:cNvSpPr/>
          <p:nvPr/>
        </p:nvSpPr>
        <p:spPr>
          <a:xfrm>
            <a:off x="4958952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C3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E17E474-A227-7B04-73E2-A7A2A526BF3D}"/>
              </a:ext>
            </a:extLst>
          </p:cNvPr>
          <p:cNvSpPr/>
          <p:nvPr/>
        </p:nvSpPr>
        <p:spPr>
          <a:xfrm>
            <a:off x="7098145" y="2046660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FFD70E-C449-B8CA-0B0A-415ED0ADF8A7}"/>
              </a:ext>
            </a:extLst>
          </p:cNvPr>
          <p:cNvCxnSpPr>
            <a:stCxn id="5" idx="1"/>
            <a:endCxn id="2" idx="3"/>
          </p:cNvCxnSpPr>
          <p:nvPr/>
        </p:nvCxnSpPr>
        <p:spPr>
          <a:xfrm flipH="1">
            <a:off x="4251396" y="2280027"/>
            <a:ext cx="70755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CC15D0-B103-2AF2-E8DF-84C3668A887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4221990" y="2378202"/>
            <a:ext cx="736962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B42544-746F-C691-FBE7-BC9E22664A7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127383" y="2490006"/>
            <a:ext cx="784518" cy="22951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CDEA79F-6FD0-AFA4-4FED-9CBD4E9902AB}"/>
              </a:ext>
            </a:extLst>
          </p:cNvPr>
          <p:cNvSpPr/>
          <p:nvPr/>
        </p:nvSpPr>
        <p:spPr>
          <a:xfrm>
            <a:off x="7051095" y="133271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main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574D6C-756C-3827-84E5-616D04F444AA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7813964" y="1766579"/>
            <a:ext cx="0" cy="2800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9FC44-A16F-8443-CC62-0A7E3171081D}"/>
              </a:ext>
            </a:extLst>
          </p:cNvPr>
          <p:cNvSpPr/>
          <p:nvPr/>
        </p:nvSpPr>
        <p:spPr>
          <a:xfrm>
            <a:off x="4911901" y="367489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hotfix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4C922F-7A94-ABF0-E02B-27AA994FC79A}"/>
              </a:ext>
            </a:extLst>
          </p:cNvPr>
          <p:cNvCxnSpPr>
            <a:cxnSpLocks/>
            <a:stCxn id="12" idx="0"/>
            <a:endCxn id="3" idx="2"/>
          </p:cNvCxnSpPr>
          <p:nvPr/>
        </p:nvCxnSpPr>
        <p:spPr>
          <a:xfrm flipV="1">
            <a:off x="5674770" y="340739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53C55-BC89-40BE-C43D-970B9FA17A34}"/>
              </a:ext>
            </a:extLst>
          </p:cNvPr>
          <p:cNvSpPr/>
          <p:nvPr/>
        </p:nvSpPr>
        <p:spPr>
          <a:xfrm>
            <a:off x="4911901" y="527432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iss53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86792-8C4C-B20E-4413-B96D9D7DDFBD}"/>
              </a:ext>
            </a:extLst>
          </p:cNvPr>
          <p:cNvCxnSpPr>
            <a:cxnSpLocks/>
          </p:cNvCxnSpPr>
          <p:nvPr/>
        </p:nvCxnSpPr>
        <p:spPr>
          <a:xfrm flipV="1">
            <a:off x="5627718" y="500682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19A692-12A3-A3F8-5FC4-B611B8E0E26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390589" y="2268333"/>
            <a:ext cx="707556" cy="1169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6246DB-D4DF-63AA-44FB-BA0590376475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6390589" y="2378202"/>
            <a:ext cx="729057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0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BA46-1663-5FF0-5779-DDF8F1AA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FFBFF9D8-E3BA-A793-0833-B736CE097599}"/>
              </a:ext>
            </a:extLst>
          </p:cNvPr>
          <p:cNvSpPr/>
          <p:nvPr/>
        </p:nvSpPr>
        <p:spPr>
          <a:xfrm>
            <a:off x="2819759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C0</a:t>
            </a:r>
          </a:p>
        </p:txBody>
      </p:sp>
      <p:sp>
        <p:nvSpPr>
          <p:cNvPr id="3" name="Terminator 2">
            <a:extLst>
              <a:ext uri="{FF2B5EF4-FFF2-40B4-BE49-F238E27FC236}">
                <a16:creationId xmlns:a16="http://schemas.microsoft.com/office/drawing/2014/main" id="{17BE0690-399D-FC1C-B756-893A00D35993}"/>
              </a:ext>
            </a:extLst>
          </p:cNvPr>
          <p:cNvSpPr/>
          <p:nvPr/>
        </p:nvSpPr>
        <p:spPr>
          <a:xfrm>
            <a:off x="4958952" y="296404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C1</a:t>
            </a:r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Apple Braille" pitchFamily="2" charset="0"/>
            </a:endParaRPr>
          </a:p>
        </p:txBody>
      </p:sp>
      <p:sp>
        <p:nvSpPr>
          <p:cNvPr id="4" name="Terminator 3">
            <a:extLst>
              <a:ext uri="{FF2B5EF4-FFF2-40B4-BE49-F238E27FC236}">
                <a16:creationId xmlns:a16="http://schemas.microsoft.com/office/drawing/2014/main" id="{CE52E38F-F8C6-CCBA-75BC-59DCD595A34B}"/>
              </a:ext>
            </a:extLst>
          </p:cNvPr>
          <p:cNvSpPr/>
          <p:nvPr/>
        </p:nvSpPr>
        <p:spPr>
          <a:xfrm>
            <a:off x="4911901" y="4563477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C2</a:t>
            </a:r>
          </a:p>
        </p:txBody>
      </p:sp>
      <p:sp>
        <p:nvSpPr>
          <p:cNvPr id="5" name="Terminator 4">
            <a:extLst>
              <a:ext uri="{FF2B5EF4-FFF2-40B4-BE49-F238E27FC236}">
                <a16:creationId xmlns:a16="http://schemas.microsoft.com/office/drawing/2014/main" id="{DA0EC1C2-FE12-E63B-CABF-6DB89B3AAE4B}"/>
              </a:ext>
            </a:extLst>
          </p:cNvPr>
          <p:cNvSpPr/>
          <p:nvPr/>
        </p:nvSpPr>
        <p:spPr>
          <a:xfrm>
            <a:off x="4958952" y="2058354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C3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2A34A791-C55E-5F04-5920-C01D29E7608D}"/>
              </a:ext>
            </a:extLst>
          </p:cNvPr>
          <p:cNvSpPr/>
          <p:nvPr/>
        </p:nvSpPr>
        <p:spPr>
          <a:xfrm>
            <a:off x="7098145" y="2046660"/>
            <a:ext cx="1431637" cy="44334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7CC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pple Braille" pitchFamily="2" charset="0"/>
              </a:rPr>
              <a:t>C4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74C6F5-0096-0E8A-8B30-90FF865683DD}"/>
              </a:ext>
            </a:extLst>
          </p:cNvPr>
          <p:cNvCxnSpPr>
            <a:stCxn id="5" idx="1"/>
            <a:endCxn id="2" idx="3"/>
          </p:cNvCxnSpPr>
          <p:nvPr/>
        </p:nvCxnSpPr>
        <p:spPr>
          <a:xfrm flipH="1">
            <a:off x="4251396" y="2280027"/>
            <a:ext cx="70755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51F5F2-BF14-1FB3-AD04-712A9138937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4221990" y="2378202"/>
            <a:ext cx="736962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E7F3D6-2DFF-E56D-7FA4-955E180C485A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127383" y="2490006"/>
            <a:ext cx="784518" cy="22951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C7675FE-E0A5-C897-AF55-F42B35DAA065}"/>
              </a:ext>
            </a:extLst>
          </p:cNvPr>
          <p:cNvSpPr/>
          <p:nvPr/>
        </p:nvSpPr>
        <p:spPr>
          <a:xfrm>
            <a:off x="7051095" y="133271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main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9EBD57-B79E-90A5-79EE-9690426E1DF1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7813964" y="1766579"/>
            <a:ext cx="0" cy="2800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A0F2485-910E-09BF-C08B-23838835135F}"/>
              </a:ext>
            </a:extLst>
          </p:cNvPr>
          <p:cNvSpPr/>
          <p:nvPr/>
        </p:nvSpPr>
        <p:spPr>
          <a:xfrm>
            <a:off x="4911901" y="367489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hotfix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04F052-6CEA-CC67-2E73-D56956AEDEF7}"/>
              </a:ext>
            </a:extLst>
          </p:cNvPr>
          <p:cNvCxnSpPr>
            <a:cxnSpLocks/>
            <a:stCxn id="12" idx="0"/>
            <a:endCxn id="3" idx="2"/>
          </p:cNvCxnSpPr>
          <p:nvPr/>
        </p:nvCxnSpPr>
        <p:spPr>
          <a:xfrm flipV="1">
            <a:off x="5674770" y="340739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6FA4C-4E43-316B-5270-1002726D2A11}"/>
              </a:ext>
            </a:extLst>
          </p:cNvPr>
          <p:cNvSpPr/>
          <p:nvPr/>
        </p:nvSpPr>
        <p:spPr>
          <a:xfrm>
            <a:off x="4911901" y="5274320"/>
            <a:ext cx="1525738" cy="433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ple Braille" pitchFamily="2" charset="0"/>
              </a:rPr>
              <a:t>iss53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B04D40-F80D-BD36-9DB2-99C8475068DF}"/>
              </a:ext>
            </a:extLst>
          </p:cNvPr>
          <p:cNvCxnSpPr>
            <a:cxnSpLocks/>
          </p:cNvCxnSpPr>
          <p:nvPr/>
        </p:nvCxnSpPr>
        <p:spPr>
          <a:xfrm flipV="1">
            <a:off x="5627718" y="5006823"/>
            <a:ext cx="1" cy="2674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9A8144-65C0-F0AE-9FDD-0A9FD1D92EA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390589" y="2268333"/>
            <a:ext cx="707556" cy="1169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26229B-318E-816B-3B25-2043E2EA4F21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6390589" y="2378202"/>
            <a:ext cx="729057" cy="807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95B8DD-EEFF-67A6-ABC5-236999320CB9}"/>
              </a:ext>
            </a:extLst>
          </p:cNvPr>
          <p:cNvSpPr txBox="1"/>
          <p:nvPr/>
        </p:nvSpPr>
        <p:spPr>
          <a:xfrm>
            <a:off x="2975166" y="1468344"/>
            <a:ext cx="124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common ancestor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C1BB10-05D7-C932-52C6-4B3BFC97C657}"/>
              </a:ext>
            </a:extLst>
          </p:cNvPr>
          <p:cNvSpPr txBox="1"/>
          <p:nvPr/>
        </p:nvSpPr>
        <p:spPr>
          <a:xfrm>
            <a:off x="8576833" y="1916925"/>
            <a:ext cx="162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snapshot to merge into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431FB1-6414-5747-06E9-0CF4F36B5317}"/>
              </a:ext>
            </a:extLst>
          </p:cNvPr>
          <p:cNvSpPr txBox="1"/>
          <p:nvPr/>
        </p:nvSpPr>
        <p:spPr>
          <a:xfrm>
            <a:off x="6343536" y="4492762"/>
            <a:ext cx="1620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</a:rPr>
              <a:t>snapshot to merge in</a:t>
            </a:r>
          </a:p>
        </p:txBody>
      </p:sp>
    </p:spTree>
    <p:extLst>
      <p:ext uri="{BB962C8B-B14F-4D97-AF65-F5344CB8AC3E}">
        <p14:creationId xmlns:p14="http://schemas.microsoft.com/office/powerpoint/2010/main" val="250089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50</Words>
  <Application>Microsoft Macintosh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American Typewriter</vt:lpstr>
      <vt:lpstr>Apple Braille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Pennington</dc:creator>
  <cp:lastModifiedBy>Will Pennington</cp:lastModifiedBy>
  <cp:revision>1</cp:revision>
  <dcterms:created xsi:type="dcterms:W3CDTF">2024-10-14T14:55:49Z</dcterms:created>
  <dcterms:modified xsi:type="dcterms:W3CDTF">2024-10-14T18:37:26Z</dcterms:modified>
</cp:coreProperties>
</file>